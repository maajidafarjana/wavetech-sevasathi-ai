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09560" y="685800"/>
            <a:ext cx="3520440" cy="534924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21040" y="1143000"/>
            <a:ext cx="2697480" cy="960120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49640" y="1307592"/>
            <a:ext cx="685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DC4FF"/>
                </a:solidFill>
                <a:latin typeface="Aptos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134416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UNDERSTAND  → 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2468880"/>
            <a:ext cx="2697480" cy="658368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5D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49640" y="26426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DC4FF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313639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1BAC6"/>
                </a:solidFill>
                <a:latin typeface="Apto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383280"/>
            <a:ext cx="2697480" cy="658368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96E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35570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96E6B4"/>
                </a:solidFill>
                <a:latin typeface="Aptos"/>
              </a:rPr>
              <a:t>SEVASATHI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4050791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1BAC6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297680"/>
            <a:ext cx="2697480" cy="658368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FF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44714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D35E"/>
                </a:solidFill>
                <a:latin typeface="Aptos"/>
              </a:rPr>
              <a:t>OFFICIAL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40080"/>
            <a:ext cx="205740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AGENTIC AI FOR BILLIONS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417320"/>
            <a:ext cx="6583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5F7FA"/>
                </a:solidFill>
                <a:latin typeface="Aptos"/>
              </a:rPr>
              <a:t>SevaSathi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6583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5DC4FF"/>
                </a:solidFill>
                <a:latin typeface="Aptos"/>
              </a:rPr>
              <a:t>Multilingual Public-Service
Action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1BAC6"/>
                </a:solidFill>
                <a:latin typeface="Aptos"/>
              </a:rPr>
              <a:t>Making public-service information simple, clear and actionable.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60"/>
            <a:ext cx="5989320" cy="8229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9651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1BAC6"/>
                </a:solidFill>
                <a:latin typeface="Aptos"/>
              </a:rPr>
              <a:t>TEAM </a:t>
            </a:r>
            <a:r>
              <a:rPr sz="1400" b="1">
                <a:solidFill>
                  <a:srgbClr val="F5F7FA"/>
                </a:solidFill>
                <a:latin typeface="Aptos"/>
              </a:rPr>
              <a:t>WAVETECH</a:t>
            </a:r>
            <a:r>
              <a:rPr sz="1400" b="0">
                <a:solidFill>
                  <a:srgbClr val="B1BAC6"/>
                </a:solidFill>
                <a:latin typeface="Aptos"/>
              </a:rPr>
              <a:t>   •   Canara Engineering College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1BAC6"/>
                </a:solidFill>
                <a:latin typeface="Aptos"/>
              </a:rPr>
              <a:t>Prototype-focused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1BAC6"/>
                </a:solidFill>
                <a:latin typeface="Aptos"/>
              </a:rPr>
              <a:t>WaveTech  •  SevaSathi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BAC6"/>
                </a:solidFill>
                <a:latin typeface="Aptos"/>
              </a:rPr>
              <a:t>Agentic AI for Billions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228600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What is SevaSathi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B1BAC6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914400" cy="41148"/>
          </a:xfrm>
          <a:prstGeom prst="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6492240" cy="38862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DC4FF"/>
                </a:solidFill>
                <a:latin typeface="Aptos"/>
              </a:rPr>
              <a:t>A simple AI guide for public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5577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SevaSathi AI helps users discover and understand public-service information through a conversational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5440680" cy="475488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81304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DC4FF"/>
                </a:solidFill>
                <a:latin typeface="Aptos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803904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→  the user's 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25112"/>
            <a:ext cx="5440680" cy="475488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E6B4"/>
                </a:solidFill>
                <a:latin typeface="Aptos"/>
              </a:rPr>
              <a:t>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4256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→  verified service information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46904"/>
            <a:ext cx="5440680" cy="475488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505663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D35E"/>
                </a:solidFill>
                <a:latin typeface="Aptos"/>
              </a:rP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04748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→  the user to the official next step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874519"/>
            <a:ext cx="4206240" cy="38862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79" y="22402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Aptos"/>
              </a:rPr>
              <a:t>The 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880360"/>
            <a:ext cx="3337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Instead of making users search multiple portals, the assistant turns an unclear question into structured next steps.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4434840"/>
            <a:ext cx="100584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CLEAR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4434840"/>
            <a:ext cx="1234440" cy="347472"/>
          </a:xfrm>
          <a:prstGeom prst="roundRect">
            <a:avLst/>
          </a:prstGeom>
          <a:solidFill>
            <a:srgbClr val="96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TRUSTED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4434840"/>
            <a:ext cx="1097280" cy="347472"/>
          </a:xfrm>
          <a:prstGeom prst="roundRect">
            <a:avLst/>
          </a:prstGeom>
          <a:solidFill>
            <a:srgbClr val="FF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ACTIONABLE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507492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1BAC6"/>
                </a:solidFill>
                <a:latin typeface="Aptos"/>
              </a:rPr>
              <a:t>Target users: students • first-time applicants • senior citizens • limited digital literacy • regional-language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1BAC6"/>
                </a:solidFill>
                <a:latin typeface="Aptos"/>
              </a:rPr>
              <a:t>WaveTech  •  SevaSathi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BAC6"/>
                </a:solidFill>
                <a:latin typeface="Aptos"/>
              </a:rPr>
              <a:t>Agentic AI for Billions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228600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Why do users struggle with public services?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B1BAC6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914400" cy="41148"/>
          </a:xfrm>
          <a:prstGeom prst="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5257800" cy="16002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1762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DC4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Information is scattered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33472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1BAC6"/>
                </a:solidFill>
                <a:latin typeface="Aptos"/>
              </a:rPr>
              <a:t>Details are spread across different websites and portals.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57800" cy="16002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1762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6E6B4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48840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Processes are confusing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633472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1BAC6"/>
                </a:solidFill>
                <a:latin typeface="Aptos"/>
              </a:rPr>
              <a:t>Users may not know eligibility, documents or the correct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86200"/>
            <a:ext cx="5257800" cy="16002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41422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D35E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Language is a barrier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99432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1BAC6"/>
                </a:solidFill>
                <a:latin typeface="Aptos"/>
              </a:rPr>
              <a:t>Formal language and limited regional-language support can make information harder to 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86200"/>
            <a:ext cx="5257800" cy="16002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41422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DC4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114800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Trust is important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599432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1BAC6"/>
                </a:solidFill>
                <a:latin typeface="Aptos"/>
              </a:rPr>
              <a:t>Users need reliable information and official sources instead of uncertain guidance.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9893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1BAC6"/>
                </a:solidFill>
                <a:latin typeface="Aptos"/>
              </a:rPr>
              <a:t>Core need: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9436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DC4FF"/>
                </a:solidFill>
                <a:latin typeface="Aptos"/>
              </a:rPr>
              <a:t>A simple, multilingual and trustworthy assistant that converts an unclear request into clear next steps.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1BAC6"/>
                </a:solidFill>
                <a:latin typeface="Aptos"/>
              </a:rPr>
              <a:t>WaveTech  •  SevaSathi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BAC6"/>
                </a:solidFill>
                <a:latin typeface="Aptos"/>
              </a:rPr>
              <a:t>Agentic AI for Billions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228600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From question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B1BAC6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914400" cy="41148"/>
          </a:xfrm>
          <a:prstGeom prst="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2240280" cy="192024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5D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DC4FF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Aptos"/>
              </a:rPr>
              <a:t>asks naturally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79" y="28163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1BAC6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240280" cy="192024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96E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51460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6E6B4"/>
                </a:solidFill>
                <a:latin typeface="Aptos"/>
              </a:rPr>
              <a:t>SEVASATHI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108960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Aptos"/>
              </a:rPr>
              <a:t>understands + retrieves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8163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1BAC6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2240280" cy="192024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FF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D35E"/>
                </a:solidFill>
                <a:latin typeface="Aptos"/>
              </a:rPr>
              <a:t>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Aptos"/>
              </a:rPr>
              <a:t>clear step-by-step 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8163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1BAC6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103120"/>
            <a:ext cx="2240280" cy="192024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5D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251460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DC4FF"/>
                </a:solidFill>
                <a:latin typeface="Aptos"/>
              </a:rPr>
              <a:t>OFFICIAL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108960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Aptos"/>
              </a:rPr>
              <a:t>next action / 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4617720"/>
            <a:ext cx="9326880" cy="914400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91640" y="4892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DC4FF"/>
                </a:solidFill>
                <a:latin typeface="Aptos"/>
              </a:rPr>
              <a:t>Key idea: </a:t>
            </a:r>
            <a:r>
              <a:rPr sz="1600" b="0">
                <a:solidFill>
                  <a:srgbClr val="F5F7FA"/>
                </a:solidFill>
                <a:latin typeface="Aptos"/>
              </a:rPr>
              <a:t>not just a chatbot — a </a:t>
            </a:r>
            <a:r>
              <a:rPr sz="1600" b="1">
                <a:solidFill>
                  <a:srgbClr val="96E6B4"/>
                </a:solidFill>
                <a:latin typeface="Aptos"/>
              </a:rPr>
              <a:t>controlled agent workflow</a:t>
            </a:r>
            <a:r>
              <a:rPr sz="1600" b="0">
                <a:solidFill>
                  <a:srgbClr val="F5F7FA"/>
                </a:solidFill>
                <a:latin typeface="Aptos"/>
              </a:rPr>
              <a:t> grounded in verified service information.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1BAC6"/>
                </a:solidFill>
                <a:latin typeface="Aptos"/>
              </a:rPr>
              <a:t>WaveTech  •  SevaSathi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BAC6"/>
                </a:solidFill>
                <a:latin typeface="Aptos"/>
              </a:rPr>
              <a:t>Agentic AI for Billions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228600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AGENT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How SevaSathi AI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B1BAC6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914400" cy="41148"/>
          </a:xfrm>
          <a:prstGeom prst="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10698480" cy="658368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" y="1993391"/>
            <a:ext cx="411480" cy="411480"/>
          </a:xfrm>
          <a:prstGeom prst="ellipse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048255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A0D12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2082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DC4FF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11679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Identify language, intent and requested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97479"/>
            <a:ext cx="10698480" cy="658368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7552" y="2816351"/>
            <a:ext cx="411480" cy="411480"/>
          </a:xfrm>
          <a:prstGeom prst="ellipse">
            <a:avLst/>
          </a:prstGeom>
          <a:solidFill>
            <a:srgbClr val="96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871215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A0D12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84378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6E6B4"/>
                </a:solidFill>
                <a:latin typeface="Aptos"/>
              </a:rPr>
              <a:t>CLARIFY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34639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Ask a short follow-up if important information is missing.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20439"/>
            <a:ext cx="10698480" cy="658368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87552" y="3639311"/>
            <a:ext cx="411480" cy="411480"/>
          </a:xfrm>
          <a:prstGeom prst="ellipse">
            <a:avLst/>
          </a:prstGeom>
          <a:solidFill>
            <a:srgbClr val="FF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369417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A0D12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6667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D35E"/>
                </a:solidFill>
                <a:latin typeface="Aptos"/>
              </a:rPr>
              <a:t>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57599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Search the approved service information database.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43400"/>
            <a:ext cx="10698480" cy="658368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87552" y="4462272"/>
            <a:ext cx="411480" cy="411480"/>
          </a:xfrm>
          <a:prstGeom prst="ellipse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451713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A0D12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8970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DC4FF"/>
                </a:solidFill>
                <a:latin typeface="Aptos"/>
              </a:rPr>
              <a:t>RESPOND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480560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Generate a clear structured explanation with references.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166360"/>
            <a:ext cx="10698480" cy="658368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87552" y="5285232"/>
            <a:ext cx="411480" cy="411480"/>
          </a:xfrm>
          <a:prstGeom prst="ellipse">
            <a:avLst/>
          </a:prstGeom>
          <a:solidFill>
            <a:srgbClr val="96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534009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A0D12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31266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6E6B4"/>
                </a:solidFill>
                <a:latin typeface="Aptos"/>
              </a:rPr>
              <a:t>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303520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Show official link and next steps.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1722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1BAC6"/>
                </a:solidFill>
                <a:latin typeface="Aptos"/>
              </a:rPr>
              <a:t>Fallback: when reliable information is unavailable, the assistant should not invent official rules or claim to submit an application.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1BAC6"/>
                </a:solidFill>
                <a:latin typeface="Aptos"/>
              </a:rPr>
              <a:t>WaveTech  •  SevaSathi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BAC6"/>
                </a:solidFill>
                <a:latin typeface="Aptos"/>
              </a:rPr>
              <a:t>Agentic AI for Billions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2048256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What the user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B1BAC6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914400" cy="41148"/>
          </a:xfrm>
          <a:prstGeom prst="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040880" cy="42519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6675120" cy="438912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139696"/>
            <a:ext cx="91440" cy="91440"/>
          </a:xfrm>
          <a:prstGeom prst="ellipse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5568" y="2139696"/>
            <a:ext cx="91440" cy="91440"/>
          </a:xfrm>
          <a:prstGeom prst="ellipse">
            <a:avLst/>
          </a:prstGeom>
          <a:solidFill>
            <a:srgbClr val="96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16736" y="2139696"/>
            <a:ext cx="91440" cy="91440"/>
          </a:xfrm>
          <a:prstGeom prst="ellipse">
            <a:avLst/>
          </a:prstGeom>
          <a:solidFill>
            <a:srgbClr val="FF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0200" y="209397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SevaSathi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97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Aptos"/>
              </a:rPr>
              <a:t>How can I help you?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246120"/>
            <a:ext cx="5303520" cy="594360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41985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I need information about instrument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4069080"/>
            <a:ext cx="4572000" cy="1143000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5D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48840" y="427939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DC4FF"/>
                </a:solidFill>
                <a:latin typeface="Aptos"/>
              </a:rPr>
              <a:t>I can guide you through the service.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68172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Eligibility  •  Documents  •  Process  •  Official link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5486400"/>
            <a:ext cx="5303520" cy="365760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5577840"/>
            <a:ext cx="4206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1BAC6"/>
                </a:solidFill>
                <a:latin typeface="Aptos"/>
              </a:rPr>
              <a:t>Type your question…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828800"/>
            <a:ext cx="3611880" cy="42519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21488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DC4FF"/>
                </a:solidFill>
                <a:latin typeface="Aptos"/>
              </a:rPr>
              <a:t>Prototype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743200"/>
            <a:ext cx="41148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788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Home / language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310128"/>
            <a:ext cx="41148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3558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Service discovery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877056"/>
            <a:ext cx="41148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92277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AI assistant 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443983"/>
            <a:ext cx="411480" cy="347472"/>
          </a:xfrm>
          <a:prstGeom prst="roundRect">
            <a:avLst/>
          </a:prstGeom>
          <a:solidFill>
            <a:srgbClr val="96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489703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Service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62356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1BAC6"/>
                </a:solidFill>
                <a:latin typeface="Aptos"/>
              </a:rPr>
              <a:t>The prototype demonstrates the intended user journey from request to guidance.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1BAC6"/>
                </a:solidFill>
                <a:latin typeface="Aptos"/>
              </a:rPr>
              <a:t>WaveTech  •  SevaSathi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BAC6"/>
                </a:solidFill>
                <a:latin typeface="Aptos"/>
              </a:rPr>
              <a:t>Agentic AI for Billions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228600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What makes the assistant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B1BAC6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914400" cy="41148"/>
          </a:xfrm>
          <a:prstGeom prst="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429000" cy="16002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41732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MULTILINGUAL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15768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Text interaction in English + an Indian language initially.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429000" cy="16002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63440" y="2103120"/>
            <a:ext cx="1737360" cy="347472"/>
          </a:xfrm>
          <a:prstGeom prst="roundRect">
            <a:avLst/>
          </a:prstGeom>
          <a:solidFill>
            <a:srgbClr val="96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SERVICE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15768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Understand natural-language requests instead of requiring exact keywords.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74519"/>
            <a:ext cx="3429000" cy="16002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03920" y="2103120"/>
            <a:ext cx="1417320" cy="347472"/>
          </a:xfrm>
          <a:prstGeom prst="roundRect">
            <a:avLst/>
          </a:prstGeom>
          <a:solidFill>
            <a:srgbClr val="FF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STEP-BY-STEP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15768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Eligibility, documents, process and official links in one response.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86200"/>
            <a:ext cx="3429000" cy="16002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" y="4114800"/>
            <a:ext cx="173736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SOURCE-GROUNDED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27448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Use curated verified service information and references.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886200"/>
            <a:ext cx="3429000" cy="16002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663440" y="4114800"/>
            <a:ext cx="1737360" cy="347472"/>
          </a:xfrm>
          <a:prstGeom prst="roundRect">
            <a:avLst/>
          </a:prstGeom>
          <a:solidFill>
            <a:srgbClr val="96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CLARIFICATION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727448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Ask short questions when the request is incomplete or ambiguous.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886200"/>
            <a:ext cx="3429000" cy="16002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03920" y="4114800"/>
            <a:ext cx="1417320" cy="347472"/>
          </a:xfrm>
          <a:prstGeom prst="roundRect">
            <a:avLst/>
          </a:prstGeom>
          <a:solidFill>
            <a:srgbClr val="FF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MODULAR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727448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Add more services by expanding the service database.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1BAC6"/>
                </a:solidFill>
                <a:latin typeface="Aptos"/>
              </a:rPr>
              <a:t>WaveTech  •  SevaSathi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BAC6"/>
                </a:solidFill>
                <a:latin typeface="Aptos"/>
              </a:rPr>
              <a:t>Agentic AI for Billions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219456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Prototype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B1BAC6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914400" cy="41148"/>
          </a:xfrm>
          <a:prstGeom prst="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61320" cy="530352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DC4FF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56816"/>
            <a:ext cx="75895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F5F7FA"/>
                </a:solidFill>
                <a:latin typeface="Aptos"/>
              </a:rPr>
              <a:t>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96312"/>
            <a:ext cx="10561320" cy="530352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63347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E6B4"/>
                </a:solidFill>
                <a:latin typeface="Apto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624328"/>
            <a:ext cx="75895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F5F7FA"/>
                </a:solidFill>
                <a:latin typeface="Aptos"/>
              </a:rPr>
              <a:t>Python Fast</a:t>
            </a:r>
            <a:r>
              <a:rPr lang="en-IN" sz="1300" b="0" dirty="0">
                <a:solidFill>
                  <a:srgbClr val="F5F7FA"/>
                </a:solidFill>
                <a:latin typeface="Aptos"/>
              </a:rPr>
              <a:t> </a:t>
            </a:r>
            <a:r>
              <a:rPr sz="1300" b="0" dirty="0">
                <a:solidFill>
                  <a:srgbClr val="F5F7FA"/>
                </a:solidFill>
                <a:latin typeface="Aptos"/>
              </a:rPr>
              <a:t>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63824"/>
            <a:ext cx="10561320" cy="530352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300984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D35E"/>
                </a:solidFill>
                <a:latin typeface="Aptos"/>
              </a:rPr>
              <a:t>AI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29184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LLM API for intent + response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31335"/>
            <a:ext cx="10561320" cy="530352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968496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DC4FF"/>
                </a:solidFill>
                <a:latin typeface="Aptos"/>
              </a:rPr>
              <a:t>KNOWLEDGE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959351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Structured verified service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98848"/>
            <a:ext cx="10561320" cy="530352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63600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E6B4"/>
                </a:solidFill>
                <a:latin typeface="Aptos"/>
              </a:rPr>
              <a:t>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626864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Keyword search → upgradeable to vector 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66360"/>
            <a:ext cx="10561320" cy="530352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30352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D35E"/>
                </a:solidFill>
                <a:latin typeface="Aptos"/>
              </a:rPr>
              <a:t>VERSION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294376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Git +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1BAC6"/>
                </a:solidFill>
                <a:latin typeface="Aptos"/>
              </a:rPr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96188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DC4FF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893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96188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DC4FF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5989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Agent + Retrieval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596188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DC4FF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5989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Verified service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596188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DC4FF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5989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Guided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1BAC6"/>
                </a:solidFill>
                <a:latin typeface="Aptos"/>
              </a:rPr>
              <a:t>WaveTech  •  SevaSathi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BAC6"/>
                </a:solidFill>
                <a:latin typeface="Aptos"/>
              </a:rPr>
              <a:t>Agentic AI for Billions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228600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IMPACT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Designed to make public-service access easier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B1BAC6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914400" cy="41148"/>
          </a:xfrm>
          <a:prstGeom prst="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486400" cy="406908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DC4FF"/>
                </a:solidFill>
                <a:latin typeface="Aptos"/>
              </a:rPr>
              <a:t>Expected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5DC4FF"/>
                </a:solidFill>
                <a:latin typeface="Aptos"/>
              </a:rPr>
              <a:t>●  </a:t>
            </a:r>
            <a:r>
              <a:rPr sz="1400">
                <a:solidFill>
                  <a:srgbClr val="F5F7FA"/>
                </a:solidFill>
                <a:latin typeface="Aptos"/>
              </a:rPr>
              <a:t>Reduce time and confusion when finding public-service information.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5DC4FF"/>
                </a:solidFill>
                <a:latin typeface="Aptos"/>
              </a:rPr>
              <a:t>●  </a:t>
            </a:r>
            <a:r>
              <a:rPr sz="1400">
                <a:solidFill>
                  <a:srgbClr val="F5F7FA"/>
                </a:solidFill>
                <a:latin typeface="Aptos"/>
              </a:rPr>
              <a:t>Present complex procedures in a simple step-by-step format.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5DC4FF"/>
                </a:solidFill>
                <a:latin typeface="Aptos"/>
              </a:rPr>
              <a:t>●  </a:t>
            </a:r>
            <a:r>
              <a:rPr sz="1400">
                <a:solidFill>
                  <a:srgbClr val="F5F7FA"/>
                </a:solidFill>
                <a:latin typeface="Aptos"/>
              </a:rPr>
              <a:t>Improve access for regional-language users and people with limited digital literacy.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5DC4FF"/>
                </a:solidFill>
                <a:latin typeface="Aptos"/>
              </a:rPr>
              <a:t>●  </a:t>
            </a:r>
            <a:r>
              <a:rPr sz="1400">
                <a:solidFill>
                  <a:srgbClr val="F5F7FA"/>
                </a:solidFill>
                <a:latin typeface="Aptos"/>
              </a:rPr>
              <a:t>Direct users to official sources and reduce dependence on unofficial intermediaries.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5212080" cy="406908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96E6B4"/>
                </a:solidFill>
                <a:latin typeface="Aptos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DC4FF"/>
                </a:solidFill>
                <a:latin typeface="Aptos"/>
              </a:rPr>
              <a:t>More 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74320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Extend to additional Indian languages.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01568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E6B4"/>
                </a:solidFill>
                <a:latin typeface="Aptos"/>
              </a:rPr>
              <a:t>Voice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401568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Improve accessibility through voice interaction.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059935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D35E"/>
                </a:solidFill>
                <a:latin typeface="Aptos"/>
              </a:rPr>
              <a:t>More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059935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Expand the approved service knowledge 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71830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DC4FF"/>
                </a:solidFill>
                <a:latin typeface="Aptos"/>
              </a:rPr>
              <a:t>Approved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718304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Integrate verified external service APIs where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1BAC6"/>
                </a:solidFill>
                <a:latin typeface="Aptos"/>
              </a:rPr>
              <a:t>WaveTech  •  SevaSathi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BAC6"/>
                </a:solidFill>
                <a:latin typeface="Aptos"/>
              </a:rPr>
              <a:t>Agentic AI for Billions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1005840"/>
            <a:ext cx="10652760" cy="489204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74920" y="1417320"/>
            <a:ext cx="2011680" cy="347472"/>
          </a:xfrm>
          <a:prstGeom prst="roundRect">
            <a:avLst/>
          </a:prstGeom>
          <a:solidFill>
            <a:srgbClr val="5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D12"/>
                </a:solidFill>
                <a:latin typeface="Aptos"/>
              </a:rPr>
              <a:t>WAVETECH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48840"/>
            <a:ext cx="8503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5F7FA"/>
                </a:solidFill>
                <a:latin typeface="Aptos"/>
              </a:rPr>
              <a:t>SevaSathi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DC4FF"/>
                </a:solidFill>
                <a:latin typeface="Aptos"/>
              </a:rPr>
              <a:t>Multilingual Public-Service Action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94760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Understand  •  Retrieve  •  Respond  •  Guide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6060" y="4648705"/>
            <a:ext cx="6675120" cy="685800"/>
          </a:xfrm>
          <a:prstGeom prst="roundRect">
            <a:avLst/>
          </a:prstGeom>
          <a:solidFill>
            <a:srgbClr val="1E242E"/>
          </a:solidFill>
          <a:ln w="12700">
            <a:solidFill>
              <a:srgbClr val="3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55321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D35E"/>
                </a:solidFill>
                <a:latin typeface="Aptos"/>
              </a:rPr>
              <a:t>Thank You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AB3035-D4AA-6495-75CC-70FDF2F40137}"/>
              </a:ext>
            </a:extLst>
          </p:cNvPr>
          <p:cNvSpPr txBox="1"/>
          <p:nvPr/>
        </p:nvSpPr>
        <p:spPr>
          <a:xfrm>
            <a:off x="3156155" y="487531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Protype link : https://github.com/maajidafarjana/WaveTech-sevasathi-ai.git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736</Words>
  <Application>Microsoft Office PowerPoint</Application>
  <PresentationFormat>Widescreen</PresentationFormat>
  <Paragraphs>180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ANJU S NAIK</cp:lastModifiedBy>
  <cp:revision>4</cp:revision>
  <dcterms:created xsi:type="dcterms:W3CDTF">2013-01-27T09:14:16Z</dcterms:created>
  <dcterms:modified xsi:type="dcterms:W3CDTF">2026-09-27T03:12:43Z</dcterms:modified>
  <cp:category/>
</cp:coreProperties>
</file>